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2726280"/>
            <a:ext cx="907128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126653-E1B6-4B12-9A5D-E349D6BA00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8C2C3A-4212-4B6E-96DF-8AC0AECC3A52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Hello world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Collabora_Office/25.04.9.2$Linux_X86_64 LibreOffice_project/e3742eddf280d42763de19c0fc29178a4d24c7e7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2026-05-16T17:32:11Z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