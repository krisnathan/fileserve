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91D7C93-1BFA-4817-93C6-01F418DDB8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E7E45A2-66F0-4410-BBB4-FFA2D747409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Test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Hello world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Collabora_Office/25.04.9.2$Linux_X86_64 LibreOffice_project/e3742eddf280d42763de19c0fc29178a4d24c7e7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2026-05-16T13:17:36Z</dcterms:modified>
  <cp:revision>1</cp:revision>
  <dc:subject/>
  <dc:title/>
</cp:coreProperties>
</file>